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2" r:id="rId11"/>
    <p:sldId id="266" r:id="rId12"/>
    <p:sldId id="267" r:id="rId13"/>
    <p:sldId id="268" r:id="rId14"/>
    <p:sldId id="269" r:id="rId15"/>
  </p:sldIdLst>
  <p:sldSz cx="12192000" cy="6858000"/>
  <p:notesSz cx="6858000" cy="9144000"/>
  <p:custShowLst>
    <p:custShow name="KHTN" id="0">
      <p:sldLst>
        <p:sld r:id="rId2"/>
        <p:sld r:id="rId3"/>
        <p:sld r:id="rId4"/>
        <p:sld r:id="rId5"/>
        <p:sld r:id="rId6"/>
        <p:sld r:id="rId7"/>
        <p:sld r:id="rId8"/>
        <p:sld r:id="rId9"/>
        <p:sld r:id="rId10"/>
        <p:sld r:id="rId15"/>
      </p:sldLst>
    </p:custShow>
    <p:custShow name="CNTT" id="1">
      <p:sldLst>
        <p:sld r:id="rId2"/>
        <p:sld r:id="rId3"/>
        <p:sld r:id="rId4"/>
        <p:sld r:id="rId5"/>
        <p:sld r:id="rId6"/>
        <p:sld r:id="rId11"/>
        <p:sld r:id="rId12"/>
        <p:sld r:id="rId13"/>
        <p:sld r:id="rId14"/>
        <p:sld r:id="rId15"/>
      </p:sldLst>
    </p:custShow>
  </p:custShow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7FA2C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41" autoAdjust="0"/>
  </p:normalViewPr>
  <p:slideViewPr>
    <p:cSldViewPr snapToGrid="0">
      <p:cViewPr varScale="1">
        <p:scale>
          <a:sx n="82" d="100"/>
          <a:sy n="82" d="100"/>
        </p:scale>
        <p:origin x="720" y="6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008B32-0A7B-4EF1-85AB-45F7502150AF}" type="datetimeFigureOut">
              <a:rPr lang="vi-VN" smtClean="0"/>
              <a:t>23/09/2026</a:t>
            </a:fld>
            <a:endParaRPr lang="vi-V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vi-V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FA6F32-ED42-49EB-95C5-EB842C6DAB8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3525952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C0EA4-F928-4F2A-971B-F43E4FC055B7}" type="datetime1">
              <a:rPr lang="en-US" smtClean="0"/>
              <a:t>9/23/2026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2400"/>
            </a:lvl1pPr>
          </a:lstStyle>
          <a:p>
            <a:r>
              <a:rPr lang="vi-VN"/>
              <a:t>Giới thiệu Đại học Cần Thơ</a:t>
            </a:r>
            <a:endParaRPr lang="en-US" sz="24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/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sz="24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B4443-EFD4-4FFD-B387-784D60EE01F9}" type="datetime1">
              <a:rPr lang="en-US" smtClean="0"/>
              <a:t>9/23/2026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2400"/>
            </a:lvl1pPr>
          </a:lstStyle>
          <a:p>
            <a:r>
              <a:rPr lang="vi-VN" dirty="0"/>
              <a:t>Giới thiệu Đại học Cần Thơ</a:t>
            </a:r>
            <a:endParaRPr lang="en-US" sz="24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/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sz="2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F045D-887F-4DE3-B4EC-2A149CCF3FD7}" type="datetime1">
              <a:rPr lang="en-US" smtClean="0"/>
              <a:t>9/23/2026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1F397-E35D-4E16-96A4-C61DBE7D8A4C}" type="datetime1">
              <a:rPr lang="en-US" smtClean="0"/>
              <a:t>9/23/2026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F3D47-F51A-4FBB-AB01-8E02EDC4613D}" type="datetime1">
              <a:rPr lang="en-US" smtClean="0"/>
              <a:t>9/23/2026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C8DB1-38CB-4043-A72D-89E1AD14F9FC}" type="datetime1">
              <a:rPr lang="en-US" smtClean="0"/>
              <a:t>9/23/2026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CE638-ED97-4700-944C-9B9C7944D482}" type="datetime1">
              <a:rPr lang="en-US" smtClean="0"/>
              <a:t>9/23/2026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8D9E5-A4BF-49AF-B10E-DFF72033519C}" type="datetime1">
              <a:rPr lang="en-US" smtClean="0"/>
              <a:t>9/23/2026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0790A-88E3-4125-800C-FD73BE2EA6A4}" type="datetime1">
              <a:rPr lang="en-US" smtClean="0"/>
              <a:t>9/23/2026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A7E5F-5987-46D4-8616-19A870009371}" type="datetime1">
              <a:rPr lang="en-US" smtClean="0"/>
              <a:t>9/23/2026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CAEFC-EF1C-4EFB-A72A-AE129CCB7B8E}" type="datetime1">
              <a:rPr lang="en-US" smtClean="0"/>
              <a:t>9/23/2026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92E51-0B6A-4A5E-AC86-6BC386729CD3}" type="datetime1">
              <a:rPr lang="en-US" smtClean="0"/>
              <a:t>9/23/2026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A6B31-F99F-4F1E-A752-C4AA889B8D3B}" type="datetime1">
              <a:rPr lang="en-US" smtClean="0"/>
              <a:t>9/23/2026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EB5FF-994A-4555-9C28-EDD8747F7E88}" type="datetime1">
              <a:rPr lang="en-US" smtClean="0"/>
              <a:t>9/23/2026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A271B-C66C-4180-8B16-BFD760151036}" type="datetime1">
              <a:rPr lang="en-US" smtClean="0"/>
              <a:t>9/23/2026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9278D-1918-4BD3-A8F8-8D5641386FB2}" type="datetime1">
              <a:rPr lang="en-US" smtClean="0"/>
              <a:t>9/23/2026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4A9B7-8A73-4085-BD30-5D60D558620F}" type="datetime1">
              <a:rPr lang="en-US" smtClean="0"/>
              <a:t>9/23/2026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795B65C5-FA0C-0BF6-8154-0242FB52443D}"/>
              </a:ext>
            </a:extLst>
          </p:cNvPr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9050337" y="406400"/>
            <a:ext cx="2325763" cy="2325191"/>
          </a:xfrm>
          <a:prstGeom prst="rect">
            <a:avLst/>
          </a:prstGeom>
        </p:spPr>
      </p:pic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C81019B2-275E-43C5-8378-DFA43ABDD38E}" type="datetime1">
              <a:rPr lang="en-US" smtClean="0"/>
              <a:t>9/23/2026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 err="1"/>
              <a:t>Giới</a:t>
            </a:r>
            <a:r>
              <a:rPr lang="en-US" dirty="0"/>
              <a:t> </a:t>
            </a:r>
            <a:r>
              <a:rPr lang="en-US" dirty="0" err="1"/>
              <a:t>thiệu</a:t>
            </a:r>
            <a:r>
              <a:rPr lang="en-US" dirty="0"/>
              <a:t> </a:t>
            </a:r>
            <a:r>
              <a:rPr lang="en-US" dirty="0" err="1"/>
              <a:t>Đại</a:t>
            </a:r>
            <a:r>
              <a:rPr lang="en-US" dirty="0"/>
              <a:t> </a:t>
            </a:r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 Thơ</a:t>
            </a:r>
            <a:endParaRPr lang="en-US" sz="20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1</a:t>
            </a:r>
            <a:endParaRPr lang="en-US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5614813-1F85-7061-A175-6566F600C866}"/>
              </a:ext>
            </a:extLst>
          </p:cNvPr>
          <p:cNvSpPr txBox="1"/>
          <p:nvPr userDrawn="1"/>
        </p:nvSpPr>
        <p:spPr>
          <a:xfrm>
            <a:off x="-609600" y="215207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vi-V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hf hd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200" b="1" kern="1200" cap="all" baseline="0">
          <a:solidFill>
            <a:schemeClr val="tx1"/>
          </a:solidFill>
          <a:effectLst/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3200" kern="1200" cap="all" baseline="0">
          <a:solidFill>
            <a:schemeClr val="tx1"/>
          </a:solidFill>
          <a:effectLst/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Times New Roman" panose="02020603050405020304" pitchFamily="18" charset="0"/>
        <a:buChar char="­"/>
        <a:defRPr sz="2800" kern="1200" cap="all" baseline="0">
          <a:solidFill>
            <a:schemeClr val="tx1"/>
          </a:solidFill>
          <a:effectLst/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Times New Roman" panose="02020603050405020304" pitchFamily="18" charset="0"/>
        <a:buChar char="+"/>
        <a:defRPr sz="2400" kern="1200" cap="all" baseline="0">
          <a:solidFill>
            <a:schemeClr val="tx1"/>
          </a:solidFill>
          <a:effectLst/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Wingdings" panose="05000000000000000000" pitchFamily="2" charset="2"/>
        <a:buChar char="§"/>
        <a:defRPr sz="2200" kern="1200" cap="all" baseline="0">
          <a:solidFill>
            <a:schemeClr val="tx1"/>
          </a:solidFill>
          <a:effectLst/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Wingdings" panose="05000000000000000000" pitchFamily="2" charset="2"/>
        <a:buChar char="ü"/>
        <a:defRPr sz="2000" kern="1200" cap="all" baseline="0">
          <a:solidFill>
            <a:schemeClr val="tx1"/>
          </a:solidFill>
          <a:effectLst/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it.ctu.edu.vn/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AB4EB-E368-B028-F53C-6F3102A5C6A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ĐẠI HỌC CẦN THƠ – QUÁ TRÌNH HÌNH THÀNH VÀ PHÁT TRIỂN</a:t>
            </a:r>
            <a:endParaRPr lang="vi-V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82D235-1448-64B6-11DF-EDC25FDC818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TS.NGUYỄN VĂN A</a:t>
            </a:r>
            <a:endParaRPr lang="vi-V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C7A6F4-717D-7B39-F42F-D5D5DE7B5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7A079D-5045-F166-B57C-37EAA698E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9062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9269E-CC98-034B-0CFC-5DAC187F1C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NỘI DUNG</a:t>
            </a:r>
            <a:endParaRPr lang="vi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D284EC-C52A-FC7E-545F-4BD9C95C2A65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b="1" dirty="0"/>
              <a:t>THỜI KÌ VIỆN ĐẠI HỌC CẦN THƠ (1966 – 1975)</a:t>
            </a:r>
          </a:p>
          <a:p>
            <a:r>
              <a:rPr lang="en-US" b="1" dirty="0"/>
              <a:t>ĐHCT GIAI ĐOẠN SAU NĂM 1975</a:t>
            </a:r>
            <a:endParaRPr lang="vi-VN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20E56D-A2A7-93A8-057F-EB2658265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EDDC65-B684-EAA0-7A07-6B1F2244A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59481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8E5FD-9A2C-D055-6E78-053854E4B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THỜI KÌ VIỆN ĐẠI HỌC CẦN THƠ (1966 – 1975)</a:t>
            </a:r>
            <a:endParaRPr lang="vi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96C5F4-B5F3-9773-D36E-C1650C5E923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ĐƯỢC THÀNH LẬP NGÀY 31 THÁNG 03 NĂM 1966</a:t>
            </a:r>
          </a:p>
          <a:p>
            <a:r>
              <a:rPr lang="en-US" dirty="0"/>
              <a:t>VIỆN ĐẠI HỌC CẦN THƠ CÓ BỐN KHOA:</a:t>
            </a:r>
          </a:p>
          <a:p>
            <a:pPr lvl="1"/>
            <a:r>
              <a:rPr lang="en-US" dirty="0"/>
              <a:t>KHOA HỌC</a:t>
            </a:r>
          </a:p>
          <a:p>
            <a:pPr lvl="1"/>
            <a:r>
              <a:rPr lang="en-US" dirty="0"/>
              <a:t>KHOA LUẬT</a:t>
            </a:r>
          </a:p>
          <a:p>
            <a:pPr lvl="1"/>
            <a:r>
              <a:rPr lang="en-US" dirty="0"/>
              <a:t>KHOA HỌC XÃ HỘI, VĂN KHOA, SƯ PHẠM</a:t>
            </a:r>
          </a:p>
          <a:p>
            <a:pPr lvl="1"/>
            <a:r>
              <a:rPr lang="en-US" dirty="0"/>
              <a:t>CAO ĐẲNG NÔNG NGHIỆP VÀ TRUNG TÂM SINH NGỮ</a:t>
            </a:r>
          </a:p>
          <a:p>
            <a:pPr lvl="1"/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97A3F9-790E-8736-36F2-66AF7DAC7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dirty="0"/>
              <a:t>Giới thiệu Đại học Cần Thơ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5E8BB6-F810-40E7-9780-4531DF26E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38416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273846-AFF5-20DC-74AB-147133D92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CF6BA7-B186-2A6C-2509-F215ACD1DB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THỜI KÌ VIỆN ĐẠI HỌC CẦN THƠ (1966 – 1975)</a:t>
            </a:r>
            <a:endParaRPr lang="vi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40C25F-6B18-19F5-F3D0-CD12875DC19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CƠ SỞ VẬT CHẤT CỦA VIỆN ĐẠI HỌC CẦN THƠ TỌA LẠC TRÊN 4 ĐỊA ĐIỂM</a:t>
            </a:r>
          </a:p>
          <a:p>
            <a:pPr lvl="1"/>
            <a:r>
              <a:rPr lang="en-US" dirty="0"/>
              <a:t>TÒA VIỆN TRƯỞNG (SỐ 5, ĐẠI LỘ HÒA BÌNH)</a:t>
            </a:r>
          </a:p>
          <a:p>
            <a:pPr lvl="1"/>
            <a:r>
              <a:rPr lang="en-US" dirty="0"/>
              <a:t>KHU I (ĐƯỜNG 30/4)</a:t>
            </a:r>
          </a:p>
          <a:p>
            <a:pPr lvl="1"/>
            <a:r>
              <a:rPr lang="en-US" dirty="0"/>
              <a:t>KHU II: (ĐƯỜNG 3/2)</a:t>
            </a:r>
          </a:p>
          <a:p>
            <a:pPr lvl="1"/>
            <a:r>
              <a:rPr lang="en-US" dirty="0"/>
              <a:t>KHU III: (SỐ 1, LÝ TỰ TRỌNG)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A02C90-7439-0963-19D6-37B353CA1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dirty="0"/>
              <a:t>Giới thiệu Đại học Cần Thơ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D29014-6802-0AD3-4533-A2335F72B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51863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B681C-8CF0-3E5B-2E63-6FE642065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ĐHCT GIAI ĐOẠN SAU NĂM 1975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80D67B-FA51-EA96-9658-6DB2AEFB286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VIỆN ĐẠI HỌC CẦN THƠ ĐƯỢC ĐỔI THÀNH ĐHCT</a:t>
            </a:r>
          </a:p>
          <a:p>
            <a:r>
              <a:rPr lang="en-US" dirty="0"/>
              <a:t>CƠ CẤU ĐHCT HIỆN NAY</a:t>
            </a:r>
          </a:p>
          <a:p>
            <a:pPr lvl="1"/>
            <a:r>
              <a:rPr lang="en-US" dirty="0"/>
              <a:t>KHOA – VIỆN</a:t>
            </a:r>
          </a:p>
          <a:p>
            <a:pPr lvl="1"/>
            <a:r>
              <a:rPr lang="en-US" dirty="0"/>
              <a:t>TRUNG TÂM – TRUNG TÂM ĐÀO TẠO</a:t>
            </a:r>
          </a:p>
          <a:p>
            <a:pPr lvl="1"/>
            <a:r>
              <a:rPr lang="en-US" dirty="0"/>
              <a:t>PHÒNG BAN CHỨC NĂNG</a:t>
            </a:r>
          </a:p>
          <a:p>
            <a:pPr lvl="1"/>
            <a:r>
              <a:rPr lang="en-US" dirty="0"/>
              <a:t>ĐOÀN THỂ - HỘI</a:t>
            </a:r>
            <a:endParaRPr lang="vi-V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6210CE-EA26-5109-6252-649627BEF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sz="24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D4B665-0C59-E52E-EEFD-F1464C4E9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5</a:t>
            </a:fld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4875330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7954AA-7E3F-8454-65DC-63ECBAD98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01147-DE00-BA25-41D0-A80249467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ĐHCT GIAI ĐOẠN SAU NĂM 1975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91DAD7-DA4B-2CE4-E6D6-F545329B4E7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KHOA </a:t>
            </a:r>
            <a:r>
              <a:rPr lang="en-US" b="1" dirty="0" err="1">
                <a:solidFill>
                  <a:srgbClr val="FF0000"/>
                </a:solidFill>
              </a:rPr>
              <a:t>KHOA</a:t>
            </a:r>
            <a:r>
              <a:rPr lang="en-US" b="1" dirty="0">
                <a:solidFill>
                  <a:srgbClr val="FF0000"/>
                </a:solidFill>
              </a:rPr>
              <a:t> HỌC TỰ NHIÊN</a:t>
            </a:r>
          </a:p>
          <a:p>
            <a:pPr lvl="1"/>
            <a:r>
              <a:rPr lang="en-US" dirty="0"/>
              <a:t>NGÀY 14/1/1998, TRƯỜNG ĐHCT KHÁNH THÀNH KHOA </a:t>
            </a:r>
            <a:r>
              <a:rPr lang="en-US" dirty="0" err="1"/>
              <a:t>KHOA</a:t>
            </a:r>
            <a:r>
              <a:rPr lang="en-US" dirty="0"/>
              <a:t> HỌC</a:t>
            </a:r>
          </a:p>
          <a:p>
            <a:pPr lvl="1"/>
            <a:r>
              <a:rPr lang="en-US" dirty="0"/>
              <a:t>CƠ SỞ VẬT CHẤT</a:t>
            </a:r>
          </a:p>
          <a:p>
            <a:pPr lvl="2"/>
            <a:r>
              <a:rPr lang="en-US" dirty="0"/>
              <a:t> 12 PHÒNG THÍ NGHIỆM (PTN) CHO SINH, HÓA, VẬT LÝ</a:t>
            </a:r>
          </a:p>
          <a:p>
            <a:pPr lvl="2"/>
            <a:r>
              <a:rPr lang="en-US" dirty="0"/>
              <a:t> 06 PHÒNG MÁY TÍNH ĐƯỢC NỐI MẠNG VỚI NHAU</a:t>
            </a:r>
            <a:endParaRPr lang="vi-V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6DFA77-646E-0661-7632-357FFFBAE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sz="24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936F62-3FB4-6191-02A3-0143EFFAE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6</a:t>
            </a:fld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3291950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73D018-4920-8CDF-7AC5-8450AECB51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A407B-BCDC-867B-1D9C-8490F1EFF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ĐHCT GIAI ĐOẠN SAU NĂM 1975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CAD6DC-FCD4-9DCD-E394-F3C3786C064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KHOA </a:t>
            </a:r>
            <a:r>
              <a:rPr lang="en-US" b="1" dirty="0" err="1">
                <a:solidFill>
                  <a:srgbClr val="FF0000"/>
                </a:solidFill>
              </a:rPr>
              <a:t>KHOA</a:t>
            </a:r>
            <a:r>
              <a:rPr lang="en-US" b="1" dirty="0">
                <a:solidFill>
                  <a:srgbClr val="FF0000"/>
                </a:solidFill>
              </a:rPr>
              <a:t> HỌC TỰ NHIÊN</a:t>
            </a:r>
          </a:p>
          <a:p>
            <a:pPr lvl="1"/>
            <a:r>
              <a:rPr lang="en-US" dirty="0"/>
              <a:t>CƠ SỞ VẬT CHẤT</a:t>
            </a:r>
          </a:p>
          <a:p>
            <a:pPr lvl="2"/>
            <a:r>
              <a:rPr lang="en-US" dirty="0"/>
              <a:t> VP KHOA VÀ XƯỞNG SỬA CHỮA</a:t>
            </a:r>
          </a:p>
          <a:p>
            <a:pPr lvl="2"/>
            <a:r>
              <a:rPr lang="en-US" dirty="0"/>
              <a:t> NĂM 2010, TRƯỜNG ĐÃ ĐẦU TƯ MỞ RỘNG KHU PTN CỦA KHOA</a:t>
            </a:r>
          </a:p>
          <a:p>
            <a:pPr lvl="2"/>
            <a:r>
              <a:rPr lang="en-US" dirty="0"/>
              <a:t> XÂY MỚI KHU NHÀ 3 TẦNG VỚI 22 PHÒNG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7A7E21-1CC5-8B2E-714C-3A18FE4002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sz="24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3A1F36-22D6-3791-25EF-0778A384A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7</a:t>
            </a:fld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822999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1DA86D-226F-18D7-5BBA-EB71AA82E2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A6F5E-1B82-8A5C-C36C-508782DDB1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ĐHCT GIAI ĐOẠN SAU NĂM 1975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75706A-E973-EE5B-596D-14151B77A22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KHOA </a:t>
            </a:r>
            <a:r>
              <a:rPr lang="en-US" b="1" dirty="0" err="1">
                <a:solidFill>
                  <a:srgbClr val="FF0000"/>
                </a:solidFill>
              </a:rPr>
              <a:t>KHOA</a:t>
            </a:r>
            <a:r>
              <a:rPr lang="en-US" b="1" dirty="0">
                <a:solidFill>
                  <a:srgbClr val="FF0000"/>
                </a:solidFill>
              </a:rPr>
              <a:t> HỌC TỰ NHIÊN</a:t>
            </a:r>
          </a:p>
          <a:p>
            <a:pPr lvl="1"/>
            <a:r>
              <a:rPr lang="en-US" dirty="0"/>
              <a:t>KHOA KHTN HIỆN NAY GỒM 04 BỘ MÔN</a:t>
            </a:r>
          </a:p>
          <a:p>
            <a:pPr lvl="2"/>
            <a:r>
              <a:rPr lang="en-US" dirty="0"/>
              <a:t> BỘ MÔN SINH HỌC</a:t>
            </a:r>
          </a:p>
          <a:p>
            <a:pPr lvl="2"/>
            <a:r>
              <a:rPr lang="en-US" dirty="0"/>
              <a:t> BỘ MÔN HÓA HỌC</a:t>
            </a:r>
          </a:p>
          <a:p>
            <a:pPr lvl="2"/>
            <a:r>
              <a:rPr lang="en-US" dirty="0"/>
              <a:t> BỘ MÔN TOÁN HỌC</a:t>
            </a:r>
          </a:p>
          <a:p>
            <a:pPr lvl="2"/>
            <a:r>
              <a:rPr lang="en-US" dirty="0"/>
              <a:t> BỘ MÔN VẬT LÝ</a:t>
            </a:r>
          </a:p>
          <a:p>
            <a:pPr lvl="2"/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E40C30-6C08-32DE-C4DD-E0CE40F79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sz="24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CA391C-5611-7FB7-EE10-A61CF7B21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8</a:t>
            </a:fld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1743977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7B362B-97EF-7056-0D57-6FD9AC8A72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E40370-9E71-18C3-B4EC-0BCEE3B86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ĐHCT GIAI ĐOẠN SAU NĂM 1975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25C6CC-77E3-563E-A72C-CD49CA35C2A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KHOA </a:t>
            </a:r>
            <a:r>
              <a:rPr lang="en-US" b="1" dirty="0" err="1">
                <a:solidFill>
                  <a:srgbClr val="FF0000"/>
                </a:solidFill>
              </a:rPr>
              <a:t>KHOA</a:t>
            </a:r>
            <a:r>
              <a:rPr lang="en-US" b="1" dirty="0">
                <a:solidFill>
                  <a:srgbClr val="FF0000"/>
                </a:solidFill>
              </a:rPr>
              <a:t> HỌC TỰ NHIÊN</a:t>
            </a:r>
          </a:p>
          <a:p>
            <a:pPr lvl="1"/>
            <a:r>
              <a:rPr lang="en-US" dirty="0"/>
              <a:t>CÔNG TÁC ĐÀO TẠO</a:t>
            </a:r>
          </a:p>
          <a:p>
            <a:pPr lvl="2"/>
            <a:r>
              <a:rPr lang="en-US" dirty="0"/>
              <a:t> ĐẠI HỌC: …..</a:t>
            </a:r>
          </a:p>
          <a:p>
            <a:pPr lvl="2"/>
            <a:r>
              <a:rPr lang="en-US" dirty="0"/>
              <a:t> SĐH: …..</a:t>
            </a:r>
          </a:p>
          <a:p>
            <a:pPr lvl="1"/>
            <a:r>
              <a:rPr lang="en-US" dirty="0"/>
              <a:t>CÔNG TÁC NCKH, BÁO CÁO CHUYÊN ĐỀ: ….</a:t>
            </a:r>
          </a:p>
          <a:p>
            <a:pPr lvl="1"/>
            <a:r>
              <a:rPr lang="en-US" dirty="0"/>
              <a:t>CÔNG TÁC ĐÀO TẠO VÀ BỒI DƯỠNG CÁN BỘ: …..</a:t>
            </a:r>
          </a:p>
          <a:p>
            <a:pPr lvl="2"/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0ADF09-54BB-61E4-E4DF-A319725D8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sz="24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466338-3899-278C-81F6-71377420C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9</a:t>
            </a:fld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1680698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69B43-CACB-CF14-C27F-1ED6423D6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ĐHCT GIAI ĐOẠN SAU NĂM 1975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63FF84-7297-544F-FFAA-43E6E4E20B7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/>
          </a:bodyPr>
          <a:lstStyle/>
          <a:p>
            <a:r>
              <a:rPr lang="en-US" b="1" dirty="0">
                <a:solidFill>
                  <a:schemeClr val="accent1"/>
                </a:solidFill>
                <a:hlinkClick r:id="rId2"/>
              </a:rPr>
              <a:t>KHOA CNTT &amp; TT</a:t>
            </a:r>
            <a:endParaRPr lang="en-US" b="1" dirty="0">
              <a:solidFill>
                <a:schemeClr val="accent1"/>
              </a:solidFill>
            </a:endParaRPr>
          </a:p>
          <a:p>
            <a:pPr lvl="1"/>
            <a:r>
              <a:rPr lang="en-US" dirty="0"/>
              <a:t>ĐƯỢC THÀNH LẬP NĂM 1994 TRÊN CƠ SỞ TRUNG TÂM ĐIỆN TỬ VÀ TIN HỌC</a:t>
            </a:r>
          </a:p>
          <a:p>
            <a:pPr lvl="1"/>
            <a:r>
              <a:rPr lang="en-US" dirty="0"/>
              <a:t>NHIỆM VỤ CỦA KHOA LÀ ĐÀO TẠO</a:t>
            </a:r>
          </a:p>
          <a:p>
            <a:pPr lvl="2"/>
            <a:r>
              <a:rPr lang="en-US" dirty="0"/>
              <a:t> ĐẠI HỌC VÀ SAU ĐẠI HỌC</a:t>
            </a:r>
          </a:p>
          <a:p>
            <a:pPr lvl="2"/>
            <a:r>
              <a:rPr lang="en-US" dirty="0"/>
              <a:t> NCKH VÀ CHYỂN GIAO CÔNG NGHỆ TRONG LĨNH VỰC CNTT&amp; TT</a:t>
            </a:r>
          </a:p>
          <a:p>
            <a:pPr lvl="1"/>
            <a:endParaRPr lang="vi-V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5AAA4A-E9A6-D578-F8D3-CD5947FE2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sz="24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06EE6C-B672-5ABA-10D7-35852941C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10</a:t>
            </a:fld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2401035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94CCA1-76F1-00C2-A05F-62EF13D046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C8553-2473-F987-B9BB-9316BB4C1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ĐHCT GIAI ĐOẠN SAU NĂM 1975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E95767-AF82-4C06-6B7A-2040D8A44CD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KHOA CNTT &amp; TT</a:t>
            </a:r>
          </a:p>
          <a:p>
            <a:pPr lvl="1"/>
            <a:r>
              <a:rPr lang="en-US" dirty="0"/>
              <a:t>TẦM NHÌN ĐẾN NĂM 2020</a:t>
            </a:r>
          </a:p>
          <a:p>
            <a:pPr lvl="2"/>
            <a:r>
              <a:rPr lang="en-US" dirty="0"/>
              <a:t> ĐƠN VỊ ĐÀO TẠO VÀ</a:t>
            </a:r>
          </a:p>
          <a:p>
            <a:pPr lvl="2"/>
            <a:r>
              <a:rPr lang="en-US" dirty="0"/>
              <a:t> NGHIÊN CỨU KHOA HỌC VỀ CNTT&amp;TT MẠNH CỦA CẢ NƯỚC</a:t>
            </a:r>
            <a:endParaRPr lang="vi-V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BE9613-A299-F1AF-0401-0E4E8F5F7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sz="24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FEB6E5-7762-0861-0496-7A01AB85C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11</a:t>
            </a:fld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7955804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BF3CA0-CFC7-4730-AEE9-BD3D32272B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60E3B-5E4E-C177-3CDB-6D970D588C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ĐHCT GIAI ĐOẠN SAU NĂM 1975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77610A-DAFC-EE2E-4C7E-2C1B7CEECBE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KHOA CNTT &amp; TT</a:t>
            </a:r>
          </a:p>
          <a:p>
            <a:pPr lvl="1"/>
            <a:r>
              <a:rPr lang="en-US" dirty="0"/>
              <a:t>CÁC BỘ MÔN VÀ TRUNG TÂM</a:t>
            </a:r>
          </a:p>
          <a:p>
            <a:pPr lvl="2"/>
            <a:r>
              <a:rPr lang="en-US" dirty="0"/>
              <a:t> BỘ MÔN HỆ THỐNG THÔNG TIN</a:t>
            </a:r>
          </a:p>
          <a:p>
            <a:pPr lvl="2"/>
            <a:r>
              <a:rPr lang="en-US" dirty="0"/>
              <a:t> BỘ MÔN MẠNG MÁY TÍNH &amp; TRUYỀN THÔNG</a:t>
            </a:r>
          </a:p>
          <a:p>
            <a:pPr lvl="2"/>
            <a:r>
              <a:rPr lang="en-US" dirty="0"/>
              <a:t> BỘ MÔN CÔNG NGHỆ PHẦN MỀM</a:t>
            </a:r>
          </a:p>
          <a:p>
            <a:pPr lvl="2"/>
            <a:r>
              <a:rPr lang="en-US" dirty="0"/>
              <a:t> BỘ MÔN KHOA HỌC MÁY TÍNH</a:t>
            </a:r>
            <a:endParaRPr lang="vi-V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39077B-4407-083F-B0F8-1CBB07316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sz="24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74B247-0B7B-BDA8-455A-C4ECA0850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12</a:t>
            </a:fld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0291632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744C67-BB49-32FC-D60B-76B86F58D9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C1482-09F0-4A6B-A026-2EB67F618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ĐHCT GIAI ĐOẠN SAU NĂM 1975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322DFA-C1BB-321F-830D-23C95F89A0C8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KHOA CNTT &amp; TT</a:t>
            </a:r>
          </a:p>
          <a:p>
            <a:pPr lvl="1"/>
            <a:r>
              <a:rPr lang="en-US" dirty="0"/>
              <a:t>CÁC BỘ MÔN VÀ TRUNG TÂM</a:t>
            </a:r>
          </a:p>
          <a:p>
            <a:pPr lvl="2"/>
            <a:r>
              <a:rPr lang="en-US" dirty="0"/>
              <a:t> BỘ MÔN CÔNG NGHỆ THÔNG TIN</a:t>
            </a:r>
          </a:p>
          <a:p>
            <a:pPr lvl="2"/>
            <a:r>
              <a:rPr lang="en-US" dirty="0"/>
              <a:t> BỘ MÔN TIN HỌC ỨNG DỤNG</a:t>
            </a:r>
          </a:p>
          <a:p>
            <a:pPr lvl="2"/>
            <a:r>
              <a:rPr lang="en-US" dirty="0"/>
              <a:t> TỔ VĂN PHÒNG</a:t>
            </a:r>
          </a:p>
          <a:p>
            <a:pPr lvl="2"/>
            <a:r>
              <a:rPr lang="en-US" dirty="0"/>
              <a:t> TRUNG TÂM ĐIỆN TỬ &amp; TIN HỌC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048EF9-F27C-C0F9-AE84-13F5F80B2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sz="24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D8B022-7333-12F4-394F-7DFFCE57A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13</a:t>
            </a:fld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1261740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64C32-0FB8-BF93-2285-26C99D1E99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4" y="2630911"/>
            <a:ext cx="10364451" cy="1596177"/>
          </a:xfrm>
        </p:spPr>
        <p:txBody>
          <a:bodyPr/>
          <a:lstStyle/>
          <a:p>
            <a:r>
              <a:rPr lang="en-US" dirty="0"/>
              <a:t>CẢM ƠN SỰ CHÚ Ý CỦA QUÝ VỊ</a:t>
            </a:r>
            <a:endParaRPr lang="vi-V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791E10-C562-6330-24D9-DB5AFC75EF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030D4D-0024-7F0A-7F9D-9C023A600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8866033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{F93FD240-FE47-40CC-BB92-61F0715A7F14}TF62d0d592-7ac2-4846-a919-75806e8bead42221999c-4d8b4a2928ee</Template>
  <TotalTime>105</TotalTime>
  <Words>648</Words>
  <Application>Microsoft Office PowerPoint</Application>
  <PresentationFormat>Widescreen</PresentationFormat>
  <Paragraphs>105</Paragraphs>
  <Slides>14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  <vt:variant>
        <vt:lpstr>Custom Shows</vt:lpstr>
      </vt:variant>
      <vt:variant>
        <vt:i4>2</vt:i4>
      </vt:variant>
    </vt:vector>
  </HeadingPairs>
  <TitlesOfParts>
    <vt:vector size="22" baseType="lpstr">
      <vt:lpstr>Aptos</vt:lpstr>
      <vt:lpstr>Arial</vt:lpstr>
      <vt:lpstr>Times New Roman</vt:lpstr>
      <vt:lpstr>Tw Cen MT</vt:lpstr>
      <vt:lpstr>Wingdings</vt:lpstr>
      <vt:lpstr>Droplet</vt:lpstr>
      <vt:lpstr>ĐẠI HỌC CẦN THƠ – QUÁ TRÌNH HÌNH THÀNH VÀ PHÁT TRIỂN</vt:lpstr>
      <vt:lpstr>NỘI DUNG</vt:lpstr>
      <vt:lpstr>THỜI KÌ VIỆN ĐẠI HỌC CẦN THƠ (1966 – 1975)</vt:lpstr>
      <vt:lpstr>THỜI KÌ VIỆN ĐẠI HỌC CẦN THƠ (1966 – 1975)</vt:lpstr>
      <vt:lpstr>ĐHCT GIAI ĐOẠN SAU NĂM 1975</vt:lpstr>
      <vt:lpstr>ĐHCT GIAI ĐOẠN SAU NĂM 1975</vt:lpstr>
      <vt:lpstr>ĐHCT GIAI ĐOẠN SAU NĂM 1975</vt:lpstr>
      <vt:lpstr>ĐHCT GIAI ĐOẠN SAU NĂM 1975</vt:lpstr>
      <vt:lpstr>ĐHCT GIAI ĐOẠN SAU NĂM 1975</vt:lpstr>
      <vt:lpstr>ĐHCT GIAI ĐOẠN SAU NĂM 1975</vt:lpstr>
      <vt:lpstr>ĐHCT GIAI ĐOẠN SAU NĂM 1975</vt:lpstr>
      <vt:lpstr>ĐHCT GIAI ĐOẠN SAU NĂM 1975</vt:lpstr>
      <vt:lpstr>ĐHCT GIAI ĐOẠN SAU NĂM 1975</vt:lpstr>
      <vt:lpstr>CẢM ƠN SỰ CHÚ Ý CỦA QUÝ VỊ</vt:lpstr>
      <vt:lpstr>KHTN</vt:lpstr>
      <vt:lpstr>CNTT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ĐẠI HỌC CẦN THƠ – QUÁ TRÌNH HÌNH THÀNH VÀ PHÁT TRIỂN</dc:title>
  <dc:creator>Vinh Nguyen</dc:creator>
  <cp:lastModifiedBy>Windows User</cp:lastModifiedBy>
  <cp:revision>3</cp:revision>
  <dcterms:created xsi:type="dcterms:W3CDTF">2026-09-20T05:50:17Z</dcterms:created>
  <dcterms:modified xsi:type="dcterms:W3CDTF">2026-09-23T00:46:55Z</dcterms:modified>
</cp:coreProperties>
</file>